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9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E1158-FBCD-8D2C-D25B-01BD93A7F9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A888DD-83CF-2260-C205-150646DF7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2410A-601B-455D-50AD-E7F529A34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B51BD-BA8D-4A16-8495-1A909C9A1C9F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814BE-83E8-D87F-3EE2-8EDDA597A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5118F-5D4F-14AD-A846-DBF57C192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889FF-6FDA-4293-9969-69CD52EEE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990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FB880-D023-07F8-515B-91D2E1875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FC3B6-BFD2-24B6-8EE5-33C0061F7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DF682-75DD-99E9-341C-41FED215F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B51BD-BA8D-4A16-8495-1A909C9A1C9F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4DDF3-222A-8E3E-E964-62A5BF5C4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324EA-EC75-19B4-586F-BD2C32FC9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889FF-6FDA-4293-9969-69CD52EEE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814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F6788-C902-D479-CB14-23CB18247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F74569-08C6-E410-C943-B52756932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454C6-A5BB-4174-F903-5AEC52CFE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B51BD-BA8D-4A16-8495-1A909C9A1C9F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C2893-597C-9B1D-17DC-09E1604D5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B6C0F-066D-9D3D-EB3F-B4FCD2D07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889FF-6FDA-4293-9969-69CD52EEE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895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39978-13FC-4AA6-1561-BC840A389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E9CEF-93F2-5E3B-AD4E-1D18223970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71AD8-90D1-8958-EEBC-ABA5370B1E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7CF47-6C72-E46C-FD0F-9A3A56ED5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B51BD-BA8D-4A16-8495-1A909C9A1C9F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FCB7C1-D464-BB20-8B7B-7CE4B8AC8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6FB5AA-90A5-E180-AE79-F05004315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889FF-6FDA-4293-9969-69CD52EEE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221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D94DB-18B1-ADB5-C89F-06B26342A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6266A-C3CD-5606-D8F7-310BD7E33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28CBD-A459-8D78-94CA-77CADFA3BB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FFA4DD-FE90-DCC8-5AE7-336028EF11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0A791A-E001-44E6-BE9E-A18B0F00BE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31F766-1F29-F294-ADE8-EAD52DC18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B51BD-BA8D-4A16-8495-1A909C9A1C9F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1CD65B-E740-FC2F-5144-F5C5A27CA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702716-EAD9-E305-E2D7-ED79FAEDF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889FF-6FDA-4293-9969-69CD52EEE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591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74603-5FBC-BFAA-518C-F429194D1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30308F-3EC0-9B4F-6CF9-5399896B0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B51BD-BA8D-4A16-8495-1A909C9A1C9F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13FA9B-E637-C794-D7A2-14184C46F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FE815E-E66D-C996-CF3C-DBE2CCC0B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889FF-6FDA-4293-9969-69CD52EEE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449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B76E2E-03E0-60A9-44DF-3D0C47F9E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B51BD-BA8D-4A16-8495-1A909C9A1C9F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87468E-9B50-AE73-AECB-26C930BB7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8836C-3276-BA29-4C26-5B3B864AE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889FF-6FDA-4293-9969-69CD52EEE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258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1535-BD33-FBD5-DCD6-540EA10D0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78ECA-E387-31C3-A661-3175D2D77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884245-CACE-6DFA-D3BD-C6005C756F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3DA39D-D346-7454-A97D-78ECB382C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B51BD-BA8D-4A16-8495-1A909C9A1C9F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BA365-1C7E-38D5-7BA4-15E8160CB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B82A73-A78E-F9C8-53E1-BC1987879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889FF-6FDA-4293-9969-69CD52EEE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380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7A15F-CCD6-ED87-A1EB-48E843547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DE07EA-8D8C-B96C-049C-DFD9D69435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B2431F-7688-D26B-8407-7A96BC8CB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F15B0-D9C7-1672-8A9B-439D943F0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B51BD-BA8D-4A16-8495-1A909C9A1C9F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BC852-399E-10DC-BE2E-ACD375EE3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D740A-AA12-D9E2-D2B5-6E4B283C5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889FF-6FDA-4293-9969-69CD52EEE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111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FB6B8-C259-D4A0-E93D-5E90868EE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5F035C-9087-F882-0F72-4A6C403BF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23313-2461-239F-7FD6-32FEBDDCF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B51BD-BA8D-4A16-8495-1A909C9A1C9F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B401C-E233-65D8-7C93-41EACF229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93FD4-C717-78CA-E24A-3E4965813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889FF-6FDA-4293-9969-69CD52EEE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743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F5EAB0-DE09-2E2D-93C3-5880C4F9FF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114451-484C-C8DE-0550-1009EDA8A4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EB5EE-9AFB-BAC9-7A48-B0463AD1F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B51BD-BA8D-4A16-8495-1A909C9A1C9F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D6C29-AE73-ADA2-49E7-0FB4E6D02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C856B-9F29-95C9-3823-745BE3F96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889FF-6FDA-4293-9969-69CD52EEE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839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B88D8F-7FA0-E936-7C20-F8EE91E14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7D5FDF-E683-98BA-CF26-EF7288E7C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DC928-9D4E-101C-87A9-A710FB4AA1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7B51BD-BA8D-4A16-8495-1A909C9A1C9F}" type="datetimeFigureOut">
              <a:rPr lang="en-IN" smtClean="0"/>
              <a:t>14-03-2023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41566-DB65-6240-959F-A20CD299C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48BFC-03DA-4F4F-D479-FC4E087BA9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E889FF-6FDA-4293-9969-69CD52EEEE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572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CF96D-3D2E-23D0-1765-769E01748D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Blackadder ITC" panose="04020505051007020D02" pitchFamily="82" charset="0"/>
              </a:rPr>
              <a:t>TODO APP</a:t>
            </a:r>
            <a:endParaRPr lang="en-IN" dirty="0">
              <a:latin typeface="Blackadder ITC" panose="04020505051007020D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DEABB1-9EF4-FFD9-1224-3FED2CAAE0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PROJECT</a:t>
            </a:r>
            <a:endParaRPr lang="en-IN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5796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E1C11-5FA3-6100-AC93-4265E1C30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4550"/>
          </a:xfrm>
        </p:spPr>
        <p:txBody>
          <a:bodyPr/>
          <a:lstStyle/>
          <a:p>
            <a:r>
              <a:rPr lang="en-US" b="1" u="sng" dirty="0"/>
              <a:t>Task List Page:--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FF3F3-D08E-99F0-7C80-F6853E1FF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011" y="1069676"/>
            <a:ext cx="11598442" cy="5571756"/>
          </a:xfrm>
        </p:spPr>
        <p:txBody>
          <a:bodyPr>
            <a:normAutofit/>
          </a:bodyPr>
          <a:lstStyle/>
          <a:p>
            <a:r>
              <a:rPr lang="en-US" sz="2300" b="1" dirty="0">
                <a:solidFill>
                  <a:srgbClr val="FF0000"/>
                </a:solidFill>
              </a:rPr>
              <a:t>Create models:-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contrib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auth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endParaRPr lang="en-IN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ForeignKey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on_delete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CASCADE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blank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)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CharField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max_length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description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TextField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blank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complete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BooleanField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DateTimeField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auto_now_add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 )</a:t>
            </a:r>
          </a:p>
          <a:p>
            <a:pPr marL="0" indent="0">
              <a:buNone/>
            </a:pPr>
            <a:b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__str__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</a:t>
            </a:r>
            <a:endParaRPr lang="en-IN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ordering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'complete'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3835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38361-6002-8A28-D55E-DE42605D0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133600"/>
            <a:ext cx="9188116" cy="2133600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41FBF-023D-7640-C509-909BF8D6B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547" y="112295"/>
            <a:ext cx="11694695" cy="6497052"/>
          </a:xfrm>
        </p:spPr>
        <p:txBody>
          <a:bodyPr>
            <a:normAutofit fontScale="85000" lnSpcReduction="20000"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Create views:-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IN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views</a:t>
            </a:r>
            <a:r>
              <a:rPr lang="en-IN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generic</a:t>
            </a:r>
            <a:r>
              <a:rPr lang="en-IN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ListView</a:t>
            </a:r>
            <a:endParaRPr lang="en-IN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.</a:t>
            </a:r>
            <a:r>
              <a:rPr lang="en-IN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</a:t>
            </a:r>
            <a:endParaRPr lang="en-IN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TaskList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ListView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context_object_name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'tasks’</a:t>
            </a:r>
          </a:p>
          <a:p>
            <a:endParaRPr lang="en-US" sz="1800" dirty="0">
              <a:solidFill>
                <a:srgbClr val="CE9178"/>
              </a:solidFill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Create HTML page (task_list.html):-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800" dirty="0" err="1">
                <a:solidFill>
                  <a:srgbClr val="D4D4D4"/>
                </a:solidFill>
                <a:latin typeface="Consolas" panose="020B0609020204030204" pitchFamily="49" charset="0"/>
              </a:rPr>
              <a:t>todo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list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FF0000"/>
                </a:solidFill>
              </a:rPr>
              <a:t>&lt;table&gt;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FF0000"/>
                </a:solidFill>
              </a:rPr>
              <a:t>    &lt;tr&gt;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FF0000"/>
                </a:solidFill>
              </a:rPr>
              <a:t>           &lt;</a:t>
            </a:r>
            <a:r>
              <a:rPr lang="en-IN" sz="1800" dirty="0" err="1">
                <a:solidFill>
                  <a:srgbClr val="FF0000"/>
                </a:solidFill>
              </a:rPr>
              <a:t>th</a:t>
            </a:r>
            <a:r>
              <a:rPr lang="en-IN" sz="1800" dirty="0">
                <a:solidFill>
                  <a:srgbClr val="FF0000"/>
                </a:solidFill>
              </a:rPr>
              <a:t>&gt;item&lt;/</a:t>
            </a:r>
            <a:r>
              <a:rPr lang="en-IN" sz="1800" dirty="0" err="1">
                <a:solidFill>
                  <a:srgbClr val="FF0000"/>
                </a:solidFill>
              </a:rPr>
              <a:t>th</a:t>
            </a:r>
            <a:r>
              <a:rPr lang="en-IN" sz="1800" dirty="0">
                <a:solidFill>
                  <a:srgbClr val="FF0000"/>
                </a:solidFill>
              </a:rPr>
              <a:t>&gt;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FF0000"/>
                </a:solidFill>
              </a:rPr>
              <a:t>   &lt;/tr&gt;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FF0000"/>
                </a:solidFill>
              </a:rPr>
              <a:t>     {% for task in  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tasks</a:t>
            </a:r>
            <a:r>
              <a:rPr lang="en-IN" sz="1800" dirty="0">
                <a:solidFill>
                  <a:srgbClr val="FF0000"/>
                </a:solidFill>
              </a:rPr>
              <a:t>%}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FF0000"/>
                </a:solidFill>
              </a:rPr>
              <a:t>     &lt;tr&gt;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FF0000"/>
                </a:solidFill>
              </a:rPr>
              <a:t>          &lt;td&gt;{{ task}}&lt;/td&gt;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FF0000"/>
                </a:solidFill>
              </a:rPr>
              <a:t>     &lt;/tr&gt;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FF0000"/>
                </a:solidFill>
              </a:rPr>
              <a:t>      {% empty %}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FF0000"/>
                </a:solidFill>
              </a:rPr>
              <a:t>       &lt;h3&gt; no  items in list&lt;/h3&gt;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FF0000"/>
                </a:solidFill>
              </a:rPr>
              <a:t>     {% </a:t>
            </a:r>
            <a:r>
              <a:rPr lang="en-IN" sz="1800" dirty="0" err="1">
                <a:solidFill>
                  <a:srgbClr val="FF0000"/>
                </a:solidFill>
              </a:rPr>
              <a:t>endfor</a:t>
            </a:r>
            <a:r>
              <a:rPr lang="en-IN" sz="1800" dirty="0">
                <a:solidFill>
                  <a:srgbClr val="FF0000"/>
                </a:solidFill>
              </a:rPr>
              <a:t> %}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FF0000"/>
                </a:solidFill>
              </a:rPr>
              <a:t>&lt;/table&gt;</a:t>
            </a:r>
          </a:p>
        </p:txBody>
      </p:sp>
    </p:spTree>
    <p:extLst>
      <p:ext uri="{BB962C8B-B14F-4D97-AF65-F5344CB8AC3E}">
        <p14:creationId xmlns:p14="http://schemas.microsoft.com/office/powerpoint/2010/main" val="966065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BA5C0F9-1AD8-2ACC-4AED-E3ADC620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791" y="2474192"/>
            <a:ext cx="10515600" cy="232913"/>
          </a:xfrm>
        </p:spPr>
        <p:txBody>
          <a:bodyPr>
            <a:normAutofit fontScale="90000"/>
          </a:bodyPr>
          <a:lstStyle/>
          <a:p>
            <a:r>
              <a:rPr lang="en-US" dirty="0"/>
              <a:t>Detail Page:--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444C4D-26AF-F4F8-BC13-2EBE2FE5F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337" y="163902"/>
            <a:ext cx="11853753" cy="6530196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Create </a:t>
            </a:r>
            <a:r>
              <a:rPr lang="en-US" sz="2000" b="1" dirty="0" err="1">
                <a:solidFill>
                  <a:srgbClr val="FF0000"/>
                </a:solidFill>
              </a:rPr>
              <a:t>urls</a:t>
            </a:r>
            <a:r>
              <a:rPr lang="en-US" sz="2000" b="1" dirty="0">
                <a:solidFill>
                  <a:srgbClr val="FF0000"/>
                </a:solidFill>
              </a:rPr>
              <a:t>:-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urls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path</a:t>
            </a:r>
            <a:endParaRPr lang="en-US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.</a:t>
            </a:r>
            <a:r>
              <a:rPr lang="en-IN" sz="1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views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TaskList</a:t>
            </a:r>
            <a:endParaRPr lang="en-IN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TaskList</a:t>
            </a:r>
            <a:r>
              <a:rPr lang="en-US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as_view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'tasks’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endParaRPr lang="en-IN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sz="1800" dirty="0"/>
              <a:t>&gt;detail view use </a:t>
            </a:r>
            <a:r>
              <a:rPr lang="en-IN" sz="1800" dirty="0" err="1"/>
              <a:t>cheyyunath</a:t>
            </a:r>
            <a:r>
              <a:rPr lang="en-IN" sz="1800" dirty="0"/>
              <a:t> </a:t>
            </a:r>
            <a:r>
              <a:rPr lang="en-IN" sz="1800" dirty="0" err="1"/>
              <a:t>listl</a:t>
            </a:r>
            <a:r>
              <a:rPr lang="en-IN" sz="1800" dirty="0"/>
              <a:t> </a:t>
            </a:r>
            <a:r>
              <a:rPr lang="en-IN" sz="1800" dirty="0" err="1"/>
              <a:t>ulla</a:t>
            </a:r>
            <a:r>
              <a:rPr lang="en-IN" sz="1800" dirty="0"/>
              <a:t> details full view </a:t>
            </a:r>
            <a:r>
              <a:rPr lang="en-IN" sz="1800" dirty="0" err="1"/>
              <a:t>cheyyan</a:t>
            </a:r>
            <a:r>
              <a:rPr lang="en-IN" sz="1800" dirty="0"/>
              <a:t> </a:t>
            </a:r>
            <a:r>
              <a:rPr lang="en-IN" sz="1800" dirty="0" err="1"/>
              <a:t>vendiyann</a:t>
            </a:r>
            <a:endParaRPr lang="en-IN" sz="1800" dirty="0"/>
          </a:p>
          <a:p>
            <a:r>
              <a:rPr lang="en-IN" sz="2000" b="1" dirty="0">
                <a:solidFill>
                  <a:srgbClr val="FF0000"/>
                </a:solidFill>
              </a:rPr>
              <a:t> Create views:-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views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generic</a:t>
            </a:r>
            <a:r>
              <a:rPr lang="en-IN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detail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DetailView</a:t>
            </a: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TaskDetail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DetailView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</a:t>
            </a:r>
            <a:endParaRPr lang="en-IN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context_object_name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'task'</a:t>
            </a:r>
            <a:endParaRPr lang="en-IN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template_name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'base/task.html'</a:t>
            </a:r>
            <a:endParaRPr lang="en-IN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IN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940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BE0B2-F4F1-74C8-E21A-52D8A2EF5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526" y="-1030538"/>
            <a:ext cx="10515600" cy="88615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EFE6F-D9E9-7720-80F0-7AFCB5922B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337" y="112294"/>
            <a:ext cx="11935326" cy="6625389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Create html page (task.html):-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task:{{task}}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IN" sz="1800" b="1" dirty="0">
              <a:solidFill>
                <a:srgbClr val="FF0000"/>
              </a:solidFill>
            </a:endParaRPr>
          </a:p>
          <a:p>
            <a:r>
              <a:rPr lang="en-IN" sz="1800" dirty="0"/>
              <a:t>Then </a:t>
            </a:r>
            <a:r>
              <a:rPr lang="en-IN" sz="1800" dirty="0" err="1"/>
              <a:t>goto</a:t>
            </a:r>
            <a:r>
              <a:rPr lang="en-IN" sz="1800" dirty="0"/>
              <a:t> task_list.html pages-  -</a:t>
            </a:r>
            <a:r>
              <a:rPr lang="en-IN" sz="1800" dirty="0">
                <a:sym typeface="Wingdings" panose="05000000000000000000" pitchFamily="2" charset="2"/>
              </a:rPr>
              <a:t></a:t>
            </a:r>
          </a:p>
          <a:p>
            <a:r>
              <a:rPr lang="en-IN" sz="1800" dirty="0" err="1">
                <a:sym typeface="Wingdings" panose="05000000000000000000" pitchFamily="2" charset="2"/>
              </a:rPr>
              <a:t>Ennit</a:t>
            </a:r>
            <a:r>
              <a:rPr lang="en-IN" sz="1800" dirty="0">
                <a:sym typeface="Wingdings" panose="05000000000000000000" pitchFamily="2" charset="2"/>
              </a:rPr>
              <a:t> </a:t>
            </a:r>
            <a:r>
              <a:rPr lang="en-IN" sz="1800" dirty="0" err="1">
                <a:sym typeface="Wingdings" panose="05000000000000000000" pitchFamily="2" charset="2"/>
              </a:rPr>
              <a:t>athil</a:t>
            </a:r>
            <a:r>
              <a:rPr lang="en-IN" sz="1800" dirty="0">
                <a:sym typeface="Wingdings" panose="05000000000000000000" pitchFamily="2" charset="2"/>
              </a:rPr>
              <a:t> change </a:t>
            </a:r>
            <a:r>
              <a:rPr lang="en-IN" sz="1800" dirty="0" err="1">
                <a:sym typeface="Wingdings" panose="05000000000000000000" pitchFamily="2" charset="2"/>
              </a:rPr>
              <a:t>varuthuka</a:t>
            </a:r>
            <a:endParaRPr lang="en-IN" sz="18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FF0000"/>
                </a:solidFill>
              </a:rPr>
              <a:t> &lt;tr&gt;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FF0000"/>
                </a:solidFill>
              </a:rPr>
              <a:t>          &lt;td&gt;{{ </a:t>
            </a:r>
            <a:r>
              <a:rPr lang="en-IN" sz="1800" dirty="0" err="1">
                <a:solidFill>
                  <a:srgbClr val="FF0000"/>
                </a:solidFill>
              </a:rPr>
              <a:t>task.title</a:t>
            </a:r>
            <a:r>
              <a:rPr lang="en-IN" sz="1800" dirty="0">
                <a:solidFill>
                  <a:srgbClr val="FF0000"/>
                </a:solidFill>
              </a:rPr>
              <a:t>}}&lt;/td&gt;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FF0000"/>
                </a:solidFill>
              </a:rPr>
              <a:t>           &lt;td&gt;&lt;a </a:t>
            </a:r>
            <a:r>
              <a:rPr lang="en-IN" sz="1800" dirty="0" err="1">
                <a:solidFill>
                  <a:srgbClr val="FF0000"/>
                </a:solidFill>
              </a:rPr>
              <a:t>href</a:t>
            </a:r>
            <a:r>
              <a:rPr lang="en-IN" sz="1800" dirty="0">
                <a:solidFill>
                  <a:srgbClr val="FF0000"/>
                </a:solidFill>
              </a:rPr>
              <a:t>=“ {% </a:t>
            </a:r>
            <a:r>
              <a:rPr lang="en-IN" sz="1800" dirty="0" err="1">
                <a:solidFill>
                  <a:srgbClr val="FF0000"/>
                </a:solidFill>
              </a:rPr>
              <a:t>url</a:t>
            </a:r>
            <a:r>
              <a:rPr lang="en-IN" sz="1800" dirty="0">
                <a:solidFill>
                  <a:srgbClr val="FF0000"/>
                </a:solidFill>
              </a:rPr>
              <a:t> ‘task’ task.id %}”&gt;view&lt;/a&gt;&lt;/td&gt;</a:t>
            </a:r>
          </a:p>
          <a:p>
            <a:pPr marL="0" indent="0">
              <a:buNone/>
            </a:pPr>
            <a:r>
              <a:rPr lang="en-IN" sz="1800" dirty="0">
                <a:solidFill>
                  <a:srgbClr val="FF0000"/>
                </a:solidFill>
              </a:rPr>
              <a:t>     &lt;/tr&gt;</a:t>
            </a:r>
          </a:p>
          <a:p>
            <a:r>
              <a:rPr lang="en-IN" sz="2000" b="1" dirty="0">
                <a:solidFill>
                  <a:srgbClr val="FF0000"/>
                </a:solidFill>
              </a:rPr>
              <a:t>Create </a:t>
            </a:r>
            <a:r>
              <a:rPr lang="en-IN" sz="2000" b="1" dirty="0" err="1">
                <a:solidFill>
                  <a:srgbClr val="FF0000"/>
                </a:solidFill>
              </a:rPr>
              <a:t>urls</a:t>
            </a:r>
            <a:r>
              <a:rPr lang="en-IN" sz="2000" b="1" dirty="0">
                <a:solidFill>
                  <a:srgbClr val="FF0000"/>
                </a:solidFill>
              </a:rPr>
              <a:t>:-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.</a:t>
            </a:r>
            <a:r>
              <a:rPr lang="en-US" sz="1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views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TaskList</a:t>
            </a:r>
            <a:r>
              <a:rPr lang="en-US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TaskDetail</a:t>
            </a:r>
            <a:endParaRPr lang="en-US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0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'task/&lt;</a:t>
            </a:r>
            <a:r>
              <a:rPr lang="en-US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int:pk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&gt;/'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TaskDetail</a:t>
            </a:r>
            <a:r>
              <a:rPr lang="en-US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as_view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(),</a:t>
            </a:r>
            <a:r>
              <a:rPr lang="en-US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'task'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endParaRPr lang="en-IN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421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3BF2-46B4-FF93-6004-EDCAAAEEF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516" y="-128337"/>
            <a:ext cx="10515600" cy="1325563"/>
          </a:xfrm>
        </p:spPr>
        <p:txBody>
          <a:bodyPr>
            <a:normAutofit/>
          </a:bodyPr>
          <a:lstStyle/>
          <a:p>
            <a:r>
              <a:rPr lang="en-US" b="1" u="sng" dirty="0"/>
              <a:t>Create Item:--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0FA4D-378D-75D5-0575-6C79A1791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0232"/>
            <a:ext cx="11967411" cy="5791199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Create views:-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views</a:t>
            </a:r>
            <a:r>
              <a:rPr lang="en-US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generic</a:t>
            </a:r>
            <a:r>
              <a:rPr lang="en-US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edit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CreateView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b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TaskCreate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CreateView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fields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title'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'description'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'complete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success_url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reverse_lazy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'tasks’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IN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000" b="1" dirty="0">
                <a:solidFill>
                  <a:srgbClr val="FF0000"/>
                </a:solidFill>
              </a:rPr>
              <a:t>Create html page (task_form.html) :-</a:t>
            </a:r>
          </a:p>
          <a:p>
            <a:pPr marL="0" indent="0">
              <a:buNone/>
            </a:pPr>
            <a:endParaRPr lang="en-IN" sz="20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"post"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{% 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csrf_token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%}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{{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form.as_p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}}&gt;&gt;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ith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koduthal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form full 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ayyi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varum . Vere create 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cheyyendi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varum&lt;&lt;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IN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643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2A360-3032-3886-8ACF-9CD8BA970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905" y="-1313364"/>
            <a:ext cx="10515600" cy="1325563"/>
          </a:xfrm>
        </p:spPr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AEBAC-03F0-1B4A-B669-55A176397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420" y="192504"/>
            <a:ext cx="12031579" cy="6529138"/>
          </a:xfrm>
        </p:spPr>
        <p:txBody>
          <a:bodyPr/>
          <a:lstStyle/>
          <a:p>
            <a:r>
              <a:rPr lang="en-IN" sz="1800" dirty="0"/>
              <a:t>Then </a:t>
            </a:r>
            <a:r>
              <a:rPr lang="en-IN" sz="1800" dirty="0" err="1"/>
              <a:t>goto</a:t>
            </a:r>
            <a:r>
              <a:rPr lang="en-IN" sz="1800" dirty="0"/>
              <a:t> task_list.html pages-  -</a:t>
            </a:r>
            <a:r>
              <a:rPr lang="en-IN" sz="1800" dirty="0">
                <a:sym typeface="Wingdings" panose="05000000000000000000" pitchFamily="2" charset="2"/>
              </a:rPr>
              <a:t></a:t>
            </a:r>
          </a:p>
          <a:p>
            <a:r>
              <a:rPr lang="en-IN" sz="1800" dirty="0" err="1">
                <a:sym typeface="Wingdings" panose="05000000000000000000" pitchFamily="2" charset="2"/>
              </a:rPr>
              <a:t>Ennit</a:t>
            </a:r>
            <a:r>
              <a:rPr lang="en-IN" sz="1800" dirty="0">
                <a:sym typeface="Wingdings" panose="05000000000000000000" pitchFamily="2" charset="2"/>
              </a:rPr>
              <a:t> </a:t>
            </a:r>
            <a:r>
              <a:rPr lang="en-IN" sz="1800" dirty="0" err="1">
                <a:sym typeface="Wingdings" panose="05000000000000000000" pitchFamily="2" charset="2"/>
              </a:rPr>
              <a:t>athil</a:t>
            </a:r>
            <a:r>
              <a:rPr lang="en-IN" sz="1800" dirty="0">
                <a:sym typeface="Wingdings" panose="05000000000000000000" pitchFamily="2" charset="2"/>
              </a:rPr>
              <a:t> change </a:t>
            </a:r>
            <a:r>
              <a:rPr lang="en-IN" sz="1800" dirty="0" err="1">
                <a:sym typeface="Wingdings" panose="05000000000000000000" pitchFamily="2" charset="2"/>
              </a:rPr>
              <a:t>varuthuka</a:t>
            </a:r>
            <a:endParaRPr lang="en-IN" sz="1800" dirty="0">
              <a:sym typeface="Wingdings" panose="05000000000000000000" pitchFamily="2" charset="2"/>
            </a:endParaRPr>
          </a:p>
          <a:p>
            <a:endParaRPr lang="en-IN" sz="18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"{% </a:t>
            </a:r>
            <a:r>
              <a:rPr lang="en-US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'task-create' %}"</a:t>
            </a:r>
            <a:r>
              <a:rPr lang="en-US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add task</a:t>
            </a:r>
            <a:r>
              <a:rPr lang="en-US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endParaRPr lang="en-US" sz="1800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Create url:-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.</a:t>
            </a:r>
            <a:r>
              <a:rPr lang="en-US" sz="1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views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TaskCreate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endParaRPr lang="en-US" sz="1800" b="0" dirty="0">
              <a:solidFill>
                <a:srgbClr val="DCDCAA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'task-create/'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TaskCreate</a:t>
            </a:r>
            <a:r>
              <a:rPr lang="en-US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as_view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'task-create'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indent="0">
              <a:buNone/>
            </a:pPr>
            <a:endParaRPr lang="en-US" sz="1800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endParaRPr lang="en-US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IN" sz="1800" dirty="0">
              <a:sym typeface="Wingdings" panose="05000000000000000000" pitchFamily="2" charset="2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2382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5A0773-7955-ECFC-675B-161223882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6334"/>
            <a:ext cx="10515600" cy="1325563"/>
          </a:xfrm>
        </p:spPr>
        <p:txBody>
          <a:bodyPr/>
          <a:lstStyle/>
          <a:p>
            <a:r>
              <a:rPr lang="en-IN" b="1" u="sng" dirty="0"/>
              <a:t>Update Item:-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FCA20E1-928A-EAE0-C28F-10CD9A89C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463" y="898358"/>
            <a:ext cx="11871158" cy="5959642"/>
          </a:xfrm>
        </p:spPr>
        <p:txBody>
          <a:bodyPr>
            <a:normAutofit lnSpcReduction="10000"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Create view:-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views</a:t>
            </a:r>
            <a:r>
              <a:rPr lang="en-US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generic</a:t>
            </a:r>
            <a:r>
              <a:rPr lang="en-US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edit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UpdateView</a:t>
            </a:r>
            <a:endParaRPr lang="en-US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0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TaskUpdate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LoginRequiredMixin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UpdateView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</a:t>
            </a:r>
            <a:endParaRPr lang="en-IN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fields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title'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'description'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'complete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success_url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reverse_lazy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'tasks’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endParaRPr lang="en-IN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Create url:-</a:t>
            </a:r>
            <a:endParaRPr lang="en-IN" sz="2000" b="1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.</a:t>
            </a:r>
            <a:r>
              <a:rPr lang="en-US" sz="1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views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TaskUpdate</a:t>
            </a:r>
            <a:endParaRPr lang="en-US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8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'task-update/&lt;</a:t>
            </a:r>
            <a:r>
              <a:rPr lang="en-US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int:pk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&gt;/'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TaskUpdate</a:t>
            </a:r>
            <a:r>
              <a:rPr lang="en-US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as_view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(),</a:t>
            </a:r>
            <a:r>
              <a:rPr lang="en-US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'task-update’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indent="0">
              <a:buNone/>
            </a:pPr>
            <a:endParaRPr lang="en-US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800" dirty="0"/>
              <a:t>Then </a:t>
            </a:r>
            <a:r>
              <a:rPr lang="en-IN" sz="1800" dirty="0" err="1"/>
              <a:t>goto</a:t>
            </a:r>
            <a:r>
              <a:rPr lang="en-IN" sz="1800" dirty="0"/>
              <a:t> task_list.html pages-  -</a:t>
            </a:r>
            <a:r>
              <a:rPr lang="en-IN" sz="1800" dirty="0">
                <a:sym typeface="Wingdings" panose="05000000000000000000" pitchFamily="2" charset="2"/>
              </a:rPr>
              <a:t></a:t>
            </a:r>
          </a:p>
          <a:p>
            <a:r>
              <a:rPr lang="en-IN" sz="1800" dirty="0" err="1">
                <a:sym typeface="Wingdings" panose="05000000000000000000" pitchFamily="2" charset="2"/>
              </a:rPr>
              <a:t>Ennit</a:t>
            </a:r>
            <a:r>
              <a:rPr lang="en-IN" sz="1800" dirty="0">
                <a:sym typeface="Wingdings" panose="05000000000000000000" pitchFamily="2" charset="2"/>
              </a:rPr>
              <a:t> </a:t>
            </a:r>
            <a:r>
              <a:rPr lang="en-IN" sz="1800" dirty="0" err="1">
                <a:sym typeface="Wingdings" panose="05000000000000000000" pitchFamily="2" charset="2"/>
              </a:rPr>
              <a:t>athil</a:t>
            </a:r>
            <a:r>
              <a:rPr lang="en-IN" sz="1800" dirty="0">
                <a:sym typeface="Wingdings" panose="05000000000000000000" pitchFamily="2" charset="2"/>
              </a:rPr>
              <a:t> change </a:t>
            </a:r>
            <a:r>
              <a:rPr lang="en-IN" sz="1800" dirty="0" err="1">
                <a:sym typeface="Wingdings" panose="05000000000000000000" pitchFamily="2" charset="2"/>
              </a:rPr>
              <a:t>varuthuka</a:t>
            </a:r>
            <a:endParaRPr lang="en-IN" sz="1800" dirty="0">
              <a:sym typeface="Wingdings" panose="05000000000000000000" pitchFamily="2" charset="2"/>
            </a:endParaRPr>
          </a:p>
          <a:p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"{% </a:t>
            </a:r>
            <a:r>
              <a:rPr lang="en-IN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'task-update' task.id %}"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edit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IN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5607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0C92E-F575-DD63-4749-2D102EE15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64168"/>
            <a:ext cx="10515600" cy="1074821"/>
          </a:xfrm>
        </p:spPr>
        <p:txBody>
          <a:bodyPr/>
          <a:lstStyle/>
          <a:p>
            <a:r>
              <a:rPr lang="en-IN" b="1" u="sng" dirty="0"/>
              <a:t>Delete items 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394BC-968F-681F-A827-CF63F502E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337" y="882316"/>
            <a:ext cx="11887200" cy="5791199"/>
          </a:xfrm>
        </p:spPr>
        <p:txBody>
          <a:bodyPr>
            <a:normAutofit fontScale="55000" lnSpcReduction="20000"/>
          </a:bodyPr>
          <a:lstStyle/>
          <a:p>
            <a:r>
              <a:rPr lang="en-IN" sz="3600" b="1" dirty="0">
                <a:solidFill>
                  <a:srgbClr val="FF0000"/>
                </a:solidFill>
              </a:rPr>
              <a:t>Create view:-</a:t>
            </a:r>
          </a:p>
          <a:p>
            <a:pPr marL="0" indent="0">
              <a:buNone/>
            </a:pPr>
            <a:r>
              <a:rPr lang="en-US" sz="2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sz="2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views</a:t>
            </a:r>
            <a:r>
              <a:rPr lang="en-US" sz="2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generic</a:t>
            </a:r>
            <a:r>
              <a:rPr lang="en-US" sz="2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edit</a:t>
            </a:r>
            <a:r>
              <a:rPr lang="en-US" sz="2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sz="2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DeleteView</a:t>
            </a:r>
            <a:r>
              <a:rPr lang="en-US" sz="2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endParaRPr lang="en-IN" sz="2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6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br>
              <a:rPr lang="en-IN" sz="2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2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IN" sz="2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2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TaskDetail</a:t>
            </a:r>
            <a:r>
              <a:rPr lang="en-IN" sz="2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LoginRequiredMixin</a:t>
            </a:r>
            <a:r>
              <a:rPr lang="en-IN" sz="2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DetailView</a:t>
            </a:r>
            <a:r>
              <a:rPr lang="en-IN" sz="2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 marL="0" indent="0">
              <a:buNone/>
            </a:pPr>
            <a:r>
              <a:rPr lang="en-IN" sz="2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IN" sz="2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2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</a:t>
            </a:r>
            <a:endParaRPr lang="en-IN" sz="2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context_object_name</a:t>
            </a:r>
            <a:r>
              <a:rPr lang="en-IN" sz="2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2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'task'</a:t>
            </a:r>
            <a:endParaRPr lang="en-IN" sz="2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template_name</a:t>
            </a:r>
            <a:r>
              <a:rPr lang="en-IN" sz="2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2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'base/task.html’</a:t>
            </a:r>
          </a:p>
          <a:p>
            <a:r>
              <a:rPr lang="en-IN" sz="3600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Create </a:t>
            </a:r>
            <a:r>
              <a:rPr lang="en-IN" sz="3600" b="1" dirty="0">
                <a:solidFill>
                  <a:srgbClr val="FF0000"/>
                </a:solidFill>
                <a:latin typeface="Consolas" panose="020B0609020204030204" pitchFamily="49" charset="0"/>
              </a:rPr>
              <a:t>url:-</a:t>
            </a:r>
          </a:p>
          <a:p>
            <a:pPr marL="0" indent="0">
              <a:buNone/>
            </a:pPr>
            <a:r>
              <a:rPr lang="en-US" sz="2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.</a:t>
            </a:r>
            <a:r>
              <a:rPr lang="en-US" sz="29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views</a:t>
            </a:r>
            <a:r>
              <a:rPr lang="en-US" sz="2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2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DeleteView</a:t>
            </a:r>
            <a:r>
              <a:rPr lang="en-US" sz="2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endParaRPr lang="en-IN" sz="2900" b="1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'task-delete/&lt;</a:t>
            </a:r>
            <a:r>
              <a:rPr lang="en-US" sz="29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int:pk</a:t>
            </a:r>
            <a:r>
              <a:rPr lang="en-US" sz="2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&gt;/'</a:t>
            </a:r>
            <a:r>
              <a:rPr lang="en-US" sz="2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DeleteView</a:t>
            </a:r>
            <a:r>
              <a:rPr lang="en-US" sz="2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as_view</a:t>
            </a:r>
            <a:r>
              <a:rPr lang="en-US" sz="2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(),</a:t>
            </a:r>
            <a:r>
              <a:rPr lang="en-US" sz="2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'task-delete’</a:t>
            </a:r>
            <a:r>
              <a:rPr lang="en-US" sz="2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IN" sz="3600" b="1" dirty="0">
                <a:solidFill>
                  <a:srgbClr val="FF0000"/>
                </a:solidFill>
              </a:rPr>
              <a:t>Create html page (task_conform_delete.html):-</a:t>
            </a:r>
          </a:p>
          <a:p>
            <a:endParaRPr lang="en-IN" sz="3600" b="1" dirty="0">
              <a:solidFill>
                <a:srgbClr val="FF0000"/>
              </a:solidFill>
            </a:endParaRPr>
          </a:p>
          <a:p>
            <a:r>
              <a:rPr lang="en-US" sz="2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sz="2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"{% </a:t>
            </a:r>
            <a:r>
              <a:rPr lang="en-US" sz="29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sz="2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'tasks' %}"</a:t>
            </a:r>
            <a:r>
              <a:rPr lang="en-US" sz="2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Go back</a:t>
            </a:r>
            <a:r>
              <a:rPr lang="en-US" sz="2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9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2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US" sz="2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US" sz="2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US" sz="2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en-US" sz="2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"post"</a:t>
            </a:r>
            <a:r>
              <a:rPr lang="en-US" sz="2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9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{% </a:t>
            </a:r>
            <a:r>
              <a:rPr lang="en-US" sz="2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csrf_token</a:t>
            </a:r>
            <a:r>
              <a:rPr lang="en-US" sz="2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%}</a:t>
            </a:r>
          </a:p>
          <a:p>
            <a:r>
              <a:rPr lang="en-US" sz="2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2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are your sure you want to delete this task? "{{task}}"</a:t>
            </a:r>
            <a:r>
              <a:rPr lang="en-US" sz="2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2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9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US" sz="2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US" sz="2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2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US" sz="2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2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"delete"</a:t>
            </a:r>
            <a:r>
              <a:rPr lang="en-US" sz="2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9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US" sz="2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9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sz="29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IN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9519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7D043-6BB3-C914-0955-0FCE36C82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-699920"/>
            <a:ext cx="10515600" cy="69992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1CCFC-1CA2-2262-0F19-2E54BF252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337" y="176462"/>
            <a:ext cx="11855116" cy="6464969"/>
          </a:xfrm>
        </p:spPr>
        <p:txBody>
          <a:bodyPr/>
          <a:lstStyle/>
          <a:p>
            <a:r>
              <a:rPr lang="en-IN" sz="1800" dirty="0"/>
              <a:t>Then </a:t>
            </a:r>
            <a:r>
              <a:rPr lang="en-IN" sz="1800" dirty="0" err="1"/>
              <a:t>goto</a:t>
            </a:r>
            <a:r>
              <a:rPr lang="en-IN" sz="1800" dirty="0"/>
              <a:t> task_list.html pages-  -</a:t>
            </a:r>
            <a:r>
              <a:rPr lang="en-IN" sz="1800" dirty="0">
                <a:sym typeface="Wingdings" panose="05000000000000000000" pitchFamily="2" charset="2"/>
              </a:rPr>
              <a:t></a:t>
            </a:r>
          </a:p>
          <a:p>
            <a:r>
              <a:rPr lang="en-IN" sz="1800" dirty="0" err="1">
                <a:sym typeface="Wingdings" panose="05000000000000000000" pitchFamily="2" charset="2"/>
              </a:rPr>
              <a:t>Ennit</a:t>
            </a:r>
            <a:r>
              <a:rPr lang="en-IN" sz="1800" dirty="0">
                <a:sym typeface="Wingdings" panose="05000000000000000000" pitchFamily="2" charset="2"/>
              </a:rPr>
              <a:t> </a:t>
            </a:r>
            <a:r>
              <a:rPr lang="en-IN" sz="1800" dirty="0" err="1">
                <a:sym typeface="Wingdings" panose="05000000000000000000" pitchFamily="2" charset="2"/>
              </a:rPr>
              <a:t>athil</a:t>
            </a:r>
            <a:r>
              <a:rPr lang="en-IN" sz="1800" dirty="0">
                <a:sym typeface="Wingdings" panose="05000000000000000000" pitchFamily="2" charset="2"/>
              </a:rPr>
              <a:t> change </a:t>
            </a:r>
            <a:r>
              <a:rPr lang="en-IN" sz="1800" dirty="0" err="1">
                <a:sym typeface="Wingdings" panose="05000000000000000000" pitchFamily="2" charset="2"/>
              </a:rPr>
              <a:t>varuthuka</a:t>
            </a:r>
            <a:endParaRPr lang="en-IN" sz="1800" dirty="0">
              <a:sym typeface="Wingdings" panose="05000000000000000000" pitchFamily="2" charset="2"/>
            </a:endParaRPr>
          </a:p>
          <a:p>
            <a:endParaRPr lang="en-IN" dirty="0"/>
          </a:p>
          <a:p>
            <a:r>
              <a:rPr lang="en-US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"{% </a:t>
            </a:r>
            <a:r>
              <a:rPr lang="en-US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'task-delete' task.id %}"</a:t>
            </a:r>
            <a:r>
              <a:rPr lang="en-US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800" dirty="0">
                <a:solidFill>
                  <a:srgbClr val="569CD6"/>
                </a:solidFill>
                <a:latin typeface="Consolas" panose="020B0609020204030204" pitchFamily="49" charset="0"/>
              </a:rPr>
              <a:t>delete</a:t>
            </a:r>
            <a:r>
              <a:rPr lang="en-US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4400" b="1" i="0" u="sng" dirty="0">
                <a:solidFill>
                  <a:srgbClr val="0F0F0F"/>
                </a:solidFill>
                <a:effectLst/>
                <a:latin typeface="Roboto" panose="020B0604020202020204" pitchFamily="2" charset="0"/>
              </a:rPr>
              <a:t>Login:-</a:t>
            </a:r>
          </a:p>
          <a:p>
            <a:r>
              <a:rPr lang="en-IN" sz="2000" b="1" dirty="0">
                <a:solidFill>
                  <a:srgbClr val="FF0000"/>
                </a:solidFill>
                <a:latin typeface="Roboto" panose="020B0604020202020204" pitchFamily="2" charset="0"/>
              </a:rPr>
              <a:t>Create view:-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contrib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auth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views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LoginView</a:t>
            </a: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000" b="1" dirty="0">
              <a:solidFill>
                <a:srgbClr val="FF0000"/>
              </a:solidFill>
              <a:latin typeface="Roboto" panose="020B0604020202020204" pitchFamily="2" charset="0"/>
            </a:endParaRPr>
          </a:p>
          <a:p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CustomLoginView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LoginView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template_name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'base/login.html'</a:t>
            </a:r>
            <a:endParaRPr lang="en-IN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fields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'__all__'</a:t>
            </a:r>
            <a:endParaRPr lang="en-IN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redirect_authenticated_user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endParaRPr lang="en-IN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get_success_url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reverse_lazy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'tasks'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IN" sz="2000" b="1" i="0" dirty="0">
              <a:solidFill>
                <a:srgbClr val="FF0000"/>
              </a:solidFill>
              <a:effectLst/>
              <a:latin typeface="Roboto" panose="020B0604020202020204" pitchFamily="2" charset="0"/>
            </a:endParaRPr>
          </a:p>
          <a:p>
            <a:endParaRPr lang="en-IN" sz="1800" b="1" u="sng" dirty="0"/>
          </a:p>
        </p:txBody>
      </p:sp>
    </p:spTree>
    <p:extLst>
      <p:ext uri="{BB962C8B-B14F-4D97-AF65-F5344CB8AC3E}">
        <p14:creationId xmlns:p14="http://schemas.microsoft.com/office/powerpoint/2010/main" val="2348618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77F56-B457-10EF-CE9C-1F68DEC1C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863" y="-1624096"/>
            <a:ext cx="10515600" cy="132556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3EE25-ED37-740B-DA04-C45086920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463" y="192504"/>
            <a:ext cx="11823032" cy="6497053"/>
          </a:xfrm>
        </p:spPr>
        <p:txBody>
          <a:bodyPr>
            <a:normAutofit fontScale="92500" lnSpcReduction="10000"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Create </a:t>
            </a:r>
            <a:r>
              <a:rPr lang="en-US" sz="2000" b="1" dirty="0" err="1">
                <a:solidFill>
                  <a:srgbClr val="FF0000"/>
                </a:solidFill>
              </a:rPr>
              <a:t>urls</a:t>
            </a:r>
            <a:r>
              <a:rPr lang="en-US" sz="2000" b="1" dirty="0">
                <a:solidFill>
                  <a:srgbClr val="FF0000"/>
                </a:solidFill>
              </a:rPr>
              <a:t>:-</a:t>
            </a:r>
          </a:p>
          <a:p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.</a:t>
            </a:r>
            <a:r>
              <a:rPr lang="en-US" sz="18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views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CustomLoginView</a:t>
            </a:r>
            <a:endParaRPr lang="en-US" sz="1800" b="0" dirty="0">
              <a:solidFill>
                <a:srgbClr val="4EC9B0"/>
              </a:solidFill>
              <a:effectLst/>
              <a:latin typeface="Consolas" panose="020B0609020204030204" pitchFamily="49" charset="0"/>
            </a:endParaRPr>
          </a:p>
          <a:p>
            <a:endParaRPr lang="en-US" sz="1400" dirty="0">
              <a:solidFill>
                <a:srgbClr val="4EC9B0"/>
              </a:solidFill>
              <a:latin typeface="Consolas" panose="020B0609020204030204" pitchFamily="49" charset="0"/>
            </a:endParaRPr>
          </a:p>
          <a:p>
            <a:r>
              <a:rPr lang="en-US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urlpatterns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</a:t>
            </a:r>
          </a:p>
          <a:p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'login/'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CustomLoginView</a:t>
            </a:r>
            <a:r>
              <a:rPr lang="en-US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as_view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'login’</a:t>
            </a: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endParaRPr lang="en-US" sz="18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US" sz="2000" b="1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Create html page:-(login.html)</a:t>
            </a:r>
          </a:p>
          <a:p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"POST"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{% 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csrf_token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%}</a:t>
            </a:r>
          </a:p>
          <a:p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{{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form.as_p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}}</a:t>
            </a:r>
          </a:p>
          <a:p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"Login"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Don't have an account? 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"{% </a:t>
            </a:r>
            <a:r>
              <a:rPr lang="en-IN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'register' %}"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Register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800" dirty="0"/>
              <a:t>Then </a:t>
            </a:r>
            <a:r>
              <a:rPr lang="en-IN" sz="1800" dirty="0" err="1"/>
              <a:t>goto</a:t>
            </a:r>
            <a:r>
              <a:rPr lang="en-IN" sz="1800" dirty="0"/>
              <a:t> task_list.html pages-  -</a:t>
            </a:r>
            <a:r>
              <a:rPr lang="en-IN" sz="1800" dirty="0">
                <a:sym typeface="Wingdings" panose="05000000000000000000" pitchFamily="2" charset="2"/>
              </a:rPr>
              <a:t></a:t>
            </a:r>
          </a:p>
          <a:p>
            <a:r>
              <a:rPr lang="en-IN" sz="1800" dirty="0" err="1">
                <a:sym typeface="Wingdings" panose="05000000000000000000" pitchFamily="2" charset="2"/>
              </a:rPr>
              <a:t>Ennit</a:t>
            </a:r>
            <a:r>
              <a:rPr lang="en-IN" sz="1800" dirty="0">
                <a:sym typeface="Wingdings" panose="05000000000000000000" pitchFamily="2" charset="2"/>
              </a:rPr>
              <a:t> </a:t>
            </a:r>
            <a:r>
              <a:rPr lang="en-IN" sz="1800" dirty="0" err="1">
                <a:sym typeface="Wingdings" panose="05000000000000000000" pitchFamily="2" charset="2"/>
              </a:rPr>
              <a:t>athil</a:t>
            </a:r>
            <a:r>
              <a:rPr lang="en-IN" sz="1800" dirty="0">
                <a:sym typeface="Wingdings" panose="05000000000000000000" pitchFamily="2" charset="2"/>
              </a:rPr>
              <a:t> change </a:t>
            </a:r>
            <a:r>
              <a:rPr lang="en-IN" sz="1800" dirty="0" err="1">
                <a:sym typeface="Wingdings" panose="05000000000000000000" pitchFamily="2" charset="2"/>
              </a:rPr>
              <a:t>varuthuka</a:t>
            </a:r>
            <a:endParaRPr lang="en-IN" sz="1800" dirty="0">
              <a:sym typeface="Wingdings" panose="05000000000000000000" pitchFamily="2" charset="2"/>
            </a:endParaRPr>
          </a:p>
          <a:p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"{% </a:t>
            </a:r>
            <a:r>
              <a:rPr lang="en-IN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'logout' %}"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logout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{% else %} </a:t>
            </a:r>
          </a:p>
          <a:p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"{% </a:t>
            </a:r>
            <a:r>
              <a:rPr lang="en-IN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'login' %}"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login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IN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761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07160-ED6E-19D6-1AB7-6D1F1ACB9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695" y="-1325563"/>
            <a:ext cx="10515600" cy="1325563"/>
          </a:xfrm>
        </p:spPr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84C37-964C-CF45-76C8-E2E3ED80C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421" y="144378"/>
            <a:ext cx="11871158" cy="6529137"/>
          </a:xfrm>
        </p:spPr>
        <p:txBody>
          <a:bodyPr>
            <a:normAutofit fontScale="92500" lnSpcReduction="10000"/>
          </a:bodyPr>
          <a:lstStyle/>
          <a:p>
            <a:r>
              <a:rPr lang="en-IN" sz="4400" b="1" i="0" u="sng" dirty="0">
                <a:solidFill>
                  <a:srgbClr val="0F0F0F"/>
                </a:solidFill>
                <a:effectLst/>
                <a:latin typeface="Roboto" panose="020B0604020202020204" pitchFamily="2" charset="0"/>
              </a:rPr>
              <a:t>Logout:-</a:t>
            </a:r>
          </a:p>
          <a:p>
            <a:r>
              <a:rPr lang="en-IN" sz="2000" b="1" dirty="0">
                <a:solidFill>
                  <a:srgbClr val="FF0000"/>
                </a:solidFill>
              </a:rPr>
              <a:t>Create </a:t>
            </a:r>
            <a:r>
              <a:rPr lang="en-IN" sz="2000" b="1" dirty="0" err="1">
                <a:solidFill>
                  <a:srgbClr val="FF0000"/>
                </a:solidFill>
              </a:rPr>
              <a:t>urls</a:t>
            </a:r>
            <a:r>
              <a:rPr lang="en-IN" sz="2000" b="1" dirty="0">
                <a:solidFill>
                  <a:srgbClr val="FF0000"/>
                </a:solidFill>
              </a:rPr>
              <a:t>:-</a:t>
            </a:r>
          </a:p>
          <a:p>
            <a:r>
              <a:rPr lang="en-IN" sz="1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IN" sz="1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contrib</a:t>
            </a:r>
            <a:r>
              <a:rPr lang="en-IN" sz="1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auth</a:t>
            </a:r>
            <a:r>
              <a:rPr lang="en-IN" sz="1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views</a:t>
            </a:r>
            <a:r>
              <a:rPr lang="en-IN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9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LogoutView</a:t>
            </a:r>
            <a:endParaRPr lang="en-IN" sz="19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IN" sz="1900" b="1" dirty="0">
              <a:solidFill>
                <a:srgbClr val="FF0000"/>
              </a:solidFill>
            </a:endParaRPr>
          </a:p>
          <a:p>
            <a:r>
              <a:rPr lang="en-IN" sz="19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IN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'logout/'</a:t>
            </a:r>
            <a:r>
              <a:rPr lang="en-IN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9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LogoutView</a:t>
            </a:r>
            <a:r>
              <a:rPr lang="en-IN" sz="1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9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as_view</a:t>
            </a:r>
            <a:r>
              <a:rPr lang="en-IN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next_page</a:t>
            </a:r>
            <a:r>
              <a:rPr lang="en-IN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'login'</a:t>
            </a:r>
            <a:r>
              <a:rPr lang="en-IN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en-IN" sz="1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'logout’</a:t>
            </a:r>
            <a:r>
              <a:rPr lang="en-IN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endParaRPr lang="en-IN" sz="1800" u="sng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r>
              <a:rPr lang="en-IN" sz="4400" b="1" u="sng" dirty="0">
                <a:effectLst/>
                <a:latin typeface="Consolas" panose="020B0609020204030204" pitchFamily="49" charset="0"/>
              </a:rPr>
              <a:t>User Registration:-</a:t>
            </a:r>
          </a:p>
          <a:p>
            <a:endParaRPr lang="en-IN" sz="2000" b="1" u="sng" dirty="0">
              <a:effectLst/>
              <a:latin typeface="Consolas" panose="020B0609020204030204" pitchFamily="49" charset="0"/>
            </a:endParaRPr>
          </a:p>
          <a:p>
            <a:r>
              <a:rPr lang="en-IN" sz="2000" b="1" dirty="0" err="1">
                <a:solidFill>
                  <a:srgbClr val="FF0000"/>
                </a:solidFill>
              </a:rPr>
              <a:t>Creat</a:t>
            </a:r>
            <a:r>
              <a:rPr lang="en-IN" sz="2000" b="1" dirty="0">
                <a:solidFill>
                  <a:srgbClr val="FF0000"/>
                </a:solidFill>
              </a:rPr>
              <a:t> html page:-(register)</a:t>
            </a:r>
          </a:p>
          <a:p>
            <a:r>
              <a:rPr lang="en-IN" sz="23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sz="1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register</a:t>
            </a:r>
            <a:r>
              <a:rPr lang="en-IN" sz="1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sz="1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9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IN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en-IN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"POST"</a:t>
            </a:r>
            <a:r>
              <a:rPr lang="en-IN" sz="1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9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{% </a:t>
            </a:r>
            <a:r>
              <a:rPr lang="en-IN" sz="1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csrf_token</a:t>
            </a:r>
            <a:r>
              <a:rPr lang="en-IN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%}</a:t>
            </a:r>
          </a:p>
          <a:p>
            <a:r>
              <a:rPr lang="en-IN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{{</a:t>
            </a:r>
            <a:r>
              <a:rPr lang="en-IN" sz="19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form.as_p</a:t>
            </a:r>
            <a:r>
              <a:rPr lang="en-IN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}}</a:t>
            </a:r>
          </a:p>
          <a:p>
            <a:r>
              <a:rPr lang="en-IN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IN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IN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9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“register"</a:t>
            </a:r>
            <a:r>
              <a:rPr lang="en-IN" sz="1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9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IN" sz="1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9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sz="1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&gt;already</a:t>
            </a:r>
            <a:r>
              <a:rPr lang="en-IN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have an account? </a:t>
            </a:r>
            <a:r>
              <a:rPr lang="en-IN" sz="1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9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IN" sz="1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"{% </a:t>
            </a:r>
            <a:r>
              <a:rPr lang="en-IN" sz="19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sz="19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‘login' %}"</a:t>
            </a:r>
            <a:r>
              <a:rPr lang="en-IN" sz="1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900" dirty="0">
                <a:solidFill>
                  <a:srgbClr val="D4D4D4"/>
                </a:solidFill>
                <a:latin typeface="Consolas" panose="020B0609020204030204" pitchFamily="49" charset="0"/>
              </a:rPr>
              <a:t>login</a:t>
            </a:r>
            <a:r>
              <a:rPr lang="en-IN" sz="1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IN" sz="19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sz="19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9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IN" sz="2000" b="1" dirty="0">
              <a:solidFill>
                <a:srgbClr val="FF0000"/>
              </a:solidFill>
            </a:endParaRP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975839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A396A-DD51-0595-1957-A4DF85728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25563"/>
            <a:ext cx="10515600" cy="132556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38193-2861-82D9-DC37-667DCE28D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505" y="160420"/>
            <a:ext cx="11871158" cy="6577263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Create view:-</a:t>
            </a:r>
          </a:p>
          <a:p>
            <a:r>
              <a:rPr lang="en-IN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views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generic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edit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FormView</a:t>
            </a:r>
            <a:endParaRPr lang="en-US" sz="1800" b="1" dirty="0">
              <a:solidFill>
                <a:srgbClr val="FF0000"/>
              </a:solidFill>
            </a:endParaRPr>
          </a:p>
          <a:p>
            <a:r>
              <a:rPr lang="en-IN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contrib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auth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forms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UserCreationForm</a:t>
            </a:r>
            <a:endParaRPr lang="en-IN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contrib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auth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login</a:t>
            </a:r>
            <a:endParaRPr lang="en-IN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IN" sz="2000" b="1" dirty="0">
              <a:solidFill>
                <a:srgbClr val="FF0000"/>
              </a:solidFill>
            </a:endParaRPr>
          </a:p>
          <a:p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RegisterPage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FormView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template_name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'base/register.html'</a:t>
            </a:r>
            <a:endParaRPr lang="en-IN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form_class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UserCreationForm</a:t>
            </a:r>
            <a:endParaRPr lang="en-IN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redirect_authenticated_user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endParaRPr lang="en-IN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success_url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reverse_lazy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'tasks’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Create </a:t>
            </a:r>
            <a:r>
              <a:rPr lang="en-IN" sz="2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urls</a:t>
            </a:r>
            <a:r>
              <a:rPr lang="en-I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:-</a:t>
            </a:r>
          </a:p>
          <a:p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'register/'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RegisterPage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as_view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'register'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endParaRPr lang="en-IN" sz="2400" b="1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endParaRPr lang="en-IN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IN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4576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00614-CF81-9525-A4D4-88023A09A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25563"/>
            <a:ext cx="10515600" cy="132556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5DCA7-A1B0-1589-9859-EFCCAA38E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337" y="112294"/>
            <a:ext cx="12063663" cy="6745705"/>
          </a:xfrm>
        </p:spPr>
        <p:txBody>
          <a:bodyPr>
            <a:normAutofit lnSpcReduction="10000"/>
          </a:bodyPr>
          <a:lstStyle/>
          <a:p>
            <a:r>
              <a:rPr lang="en-IN" sz="4400" b="1" u="sng" dirty="0"/>
              <a:t>Search:-</a:t>
            </a:r>
          </a:p>
          <a:p>
            <a:r>
              <a:rPr lang="en-IN" sz="2000" b="1" dirty="0">
                <a:solidFill>
                  <a:srgbClr val="FF0000"/>
                </a:solidFill>
              </a:rPr>
              <a:t>Html page(task_list.html):-</a:t>
            </a:r>
          </a:p>
          <a:p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"search-add-wrapper"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"GET"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"margin-top: 20px;display: flex;"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"search-area"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"{{</a:t>
            </a:r>
            <a:r>
              <a:rPr lang="en-IN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search_input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}}"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"submit"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"Search"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"add-link"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"{% </a:t>
            </a:r>
            <a:r>
              <a:rPr lang="en-IN" sz="1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'task-create' %}"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&amp;#x2b;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sz="18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2000" b="1" dirty="0">
                <a:solidFill>
                  <a:srgbClr val="FF0000"/>
                </a:solidFill>
              </a:rPr>
              <a:t>Create view:-</a:t>
            </a:r>
          </a:p>
          <a:p>
            <a: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search_input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sz="18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'search-area'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''</a:t>
            </a:r>
            <a:endParaRPr lang="en-IN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search_input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'tasks'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'tasks'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].filter(</a:t>
            </a:r>
          </a:p>
          <a:p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title__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startswith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search_input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'search-input'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IN" sz="1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search_input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  </a:t>
            </a:r>
          </a:p>
          <a:p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1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context</a:t>
            </a:r>
            <a:endParaRPr lang="en-IN" sz="18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IN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482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22C20-E450-F2AE-7E21-17AB57412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25563"/>
            <a:ext cx="10515600" cy="132556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A0222-D358-561A-77A6-03DD7294E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337" y="128336"/>
            <a:ext cx="12063663" cy="6609347"/>
          </a:xfrm>
        </p:spPr>
        <p:txBody>
          <a:bodyPr>
            <a:normAutofit fontScale="25000" lnSpcReduction="20000"/>
          </a:bodyPr>
          <a:lstStyle/>
          <a:p>
            <a:r>
              <a:rPr lang="en-IN" sz="4400" b="1" u="sng" dirty="0"/>
              <a:t>Styling our pages:-</a:t>
            </a:r>
          </a:p>
          <a:p>
            <a:r>
              <a:rPr lang="en-IN" sz="2000" b="1" dirty="0">
                <a:solidFill>
                  <a:srgbClr val="FF0000"/>
                </a:solidFill>
              </a:rPr>
              <a:t>Main.html:-</a:t>
            </a:r>
          </a:p>
          <a:p>
            <a:r>
              <a:rPr lang="en-IN" sz="3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IN" sz="3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3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3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3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3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3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3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3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3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en</a:t>
            </a:r>
            <a:r>
              <a:rPr lang="en-IN" sz="3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3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3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3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3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IN" sz="3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3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3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3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3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3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IN" sz="3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3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3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3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3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http-</a:t>
            </a:r>
            <a:r>
              <a:rPr lang="en-IN" sz="3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equiv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3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"X-UA-Compatible"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3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3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"IE=edge"</a:t>
            </a:r>
            <a:r>
              <a:rPr lang="en-IN" sz="3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3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3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3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3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3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"viewport"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3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3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"width=device-width, initial-scale=1.0"</a:t>
            </a:r>
            <a:r>
              <a:rPr lang="en-IN" sz="3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3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3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3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IN" sz="3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To Do items</a:t>
            </a:r>
            <a:r>
              <a:rPr lang="en-IN" sz="3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3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IN" sz="3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3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3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3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3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3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3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preconnect</a:t>
            </a:r>
            <a:r>
              <a:rPr lang="en-IN" sz="3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3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3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"https://fonts.googleapis.com"</a:t>
            </a:r>
            <a:r>
              <a:rPr lang="en-IN" sz="3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3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3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3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3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3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3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preconnect</a:t>
            </a:r>
            <a:r>
              <a:rPr lang="en-IN" sz="3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3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3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"https://fonts.gstatic.com"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3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crossorigin</a:t>
            </a:r>
            <a:r>
              <a:rPr lang="en-IN" sz="3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3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3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3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link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3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3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"https://fonts.googleapis.com/css2?family=Nunito:wght@700&amp;family=Poppins:wght@100;300;400;600&amp;display=swap"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3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rel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3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"stylesheet"</a:t>
            </a:r>
            <a:r>
              <a:rPr lang="en-IN" sz="3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3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3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3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sz="3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34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3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3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</a:t>
            </a:r>
            <a:r>
              <a:rPr lang="en-IN" sz="3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3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#FAFAFA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3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3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3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Nunito</a:t>
            </a:r>
            <a:r>
              <a:rPr lang="en-IN" sz="3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3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sans-serif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3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3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'Poppins'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3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sans-serif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3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padding-top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3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50px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b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3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3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3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3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h4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3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h5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3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h6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{</a:t>
            </a:r>
          </a:p>
          <a:p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3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font-family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3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3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raleway</a:t>
            </a:r>
            <a:r>
              <a:rPr lang="en-IN" sz="3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3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sans-serif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b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3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34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sz="3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endParaRPr lang="en-IN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9311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0BBE1-0843-8076-78FA-9442982B6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608054"/>
            <a:ext cx="10515600" cy="132556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81D6B-6DF5-FDF5-24A6-C41A93A37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0"/>
            <a:ext cx="12079705" cy="6858000"/>
          </a:xfrm>
        </p:spPr>
        <p:txBody>
          <a:bodyPr>
            <a:normAutofit fontScale="25000" lnSpcReduction="20000"/>
          </a:bodyPr>
          <a:lstStyle/>
          <a:p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#4b5156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b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b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.container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max-width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550px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</a:t>
            </a:r>
            <a:r>
              <a:rPr lang="en-IN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#fff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webkit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-box-shadow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 err="1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13px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-4px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0.21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box-shadow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 err="1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2px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13px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-4px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rgba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0.21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b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.header-bar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flex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justify-content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space-between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#fff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5px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 err="1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5px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linear-gradient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90deg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#EEA390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0%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#EB796F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43%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#EB796F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100%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b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.header-bar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rgb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247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247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247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text-decoration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b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.task-wrapper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flex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align-items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justify-content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space-between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</a:t>
            </a:r>
            <a:r>
              <a:rPr lang="en-IN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#fff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border-top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1px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rgb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226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226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226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7526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CD4B8-6A9E-BF3D-AABD-EB7D6E0C5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4" y="-1325563"/>
            <a:ext cx="10515600" cy="132556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B4B4A-D93B-C246-AE08-DE2FE36A0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25000" lnSpcReduction="20000"/>
          </a:bodyPr>
          <a:lstStyle/>
          <a:p>
            <a:b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4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.task-title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4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4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flex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b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4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.task-title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4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4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text-decoration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4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4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4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#4b5156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4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margin-left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4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b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4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.task-complete-icon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4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4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4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4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4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</a:t>
            </a:r>
            <a:r>
              <a:rPr lang="en-IN" sz="4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4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rgb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4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105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4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192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4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105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4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4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50%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b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4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.task-incomplete-icon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4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4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4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4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4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</a:t>
            </a:r>
            <a:r>
              <a:rPr lang="en-IN" sz="4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4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rgb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4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218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4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218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4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218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4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4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50%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b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4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.delete-link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4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text-decoration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4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4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font-weight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4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900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4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4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#cf4949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4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4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22px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4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line-height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4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4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b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70713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F77FD-9E75-C540-165F-6828A684B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863" y="-1479718"/>
            <a:ext cx="10515600" cy="132556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4FFA4-3782-A0AE-CA94-9F5F6E5B8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0"/>
            <a:ext cx="11983453" cy="6858000"/>
          </a:xfrm>
        </p:spPr>
        <p:txBody>
          <a:bodyPr>
            <a:normAutofit fontScale="40000" lnSpcReduction="20000"/>
          </a:bodyPr>
          <a:lstStyle/>
          <a:p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28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#search-add-wrapper</a:t>
            </a: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3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3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flex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3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justify-content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3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space-between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3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align-items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3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3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3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b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3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#add-link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3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3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#EB796F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3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text-decoration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3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3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3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42px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3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text-shadow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3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1px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3000" b="0" dirty="0" err="1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1px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3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#81413b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b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3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3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3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3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3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3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30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textarea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3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3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1px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3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3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#EB796F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3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3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5px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3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3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3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3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90%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b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30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3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padding-top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3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3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!important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3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3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block</a:t>
            </a:r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3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b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035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0E096-684B-CDBC-731B-F1A67F9EE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779" y="-1325563"/>
            <a:ext cx="10515600" cy="132556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CDF89-BA50-BCF1-23A3-2F8A81285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95" y="160420"/>
            <a:ext cx="11951368" cy="6697579"/>
          </a:xfrm>
        </p:spPr>
        <p:txBody>
          <a:bodyPr>
            <a:normAutofit fontScale="25000" lnSpcReduction="20000"/>
          </a:bodyPr>
          <a:lstStyle/>
          <a:p>
            <a:r>
              <a:rPr lang="en-IN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5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.button</a:t>
            </a:r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5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5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1px</a:t>
            </a:r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5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5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#EB796F</a:t>
            </a:r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5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background-</a:t>
            </a:r>
            <a:r>
              <a:rPr lang="en-IN" sz="5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5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#FAFAFA</a:t>
            </a:r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5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5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#EB796F</a:t>
            </a:r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5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5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5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5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14px</a:t>
            </a:r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5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border-radius</a:t>
            </a:r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5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5px</a:t>
            </a:r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5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cursor</a:t>
            </a:r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5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pointer</a:t>
            </a:r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5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text-decoration</a:t>
            </a:r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5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b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sz="56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.card-body</a:t>
            </a:r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5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padding</a:t>
            </a:r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sz="5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20px</a:t>
            </a:r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5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5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sz="5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5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5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5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IN" sz="5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5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5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5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IN" sz="5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5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5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5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5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5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"container"</a:t>
            </a:r>
            <a:r>
              <a:rPr lang="en-IN" sz="5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5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{% block content %}</a:t>
            </a:r>
          </a:p>
          <a:p>
            <a:b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{% </a:t>
            </a:r>
            <a:r>
              <a:rPr lang="en-IN" sz="5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endblock</a:t>
            </a:r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content %}</a:t>
            </a:r>
          </a:p>
          <a:p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5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5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IN" sz="5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5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5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IN" sz="5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5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IN" sz="5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5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5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sz="5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5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5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2150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50C79-D34F-4EAD-10C9-C651448D4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25563"/>
            <a:ext cx="10515600" cy="132556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D10BA-BF32-CECA-ADEF-14E6523E9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79" y="176462"/>
            <a:ext cx="11935326" cy="6481011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All html page:-</a:t>
            </a: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{% extends 'base/main.html' %}</a:t>
            </a:r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{% block content %}</a:t>
            </a:r>
          </a:p>
          <a:p>
            <a:endParaRPr lang="en-IN" dirty="0"/>
          </a:p>
          <a:p>
            <a:endParaRPr lang="en-IN" dirty="0"/>
          </a:p>
          <a:p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{% </a:t>
            </a:r>
            <a:r>
              <a:rPr lang="en-I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endblock</a:t>
            </a:r>
            <a:r>
              <a:rPr lang="en-I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content %}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8371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2233</Words>
  <Application>Microsoft Office PowerPoint</Application>
  <PresentationFormat>Widescreen</PresentationFormat>
  <Paragraphs>353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Algerian</vt:lpstr>
      <vt:lpstr>Arial</vt:lpstr>
      <vt:lpstr>Blackadder ITC</vt:lpstr>
      <vt:lpstr>Calibri</vt:lpstr>
      <vt:lpstr>Calibri Light</vt:lpstr>
      <vt:lpstr>Consolas</vt:lpstr>
      <vt:lpstr>Roboto</vt:lpstr>
      <vt:lpstr>Office Theme</vt:lpstr>
      <vt:lpstr>TODO APP</vt:lpstr>
      <vt:lpstr>Task List Page:--</vt:lpstr>
      <vt:lpstr>PowerPoint Presentation</vt:lpstr>
      <vt:lpstr>Detail Page:--</vt:lpstr>
      <vt:lpstr>PowerPoint Presentation</vt:lpstr>
      <vt:lpstr>Create Item:--</vt:lpstr>
      <vt:lpstr>PowerPoint Presentation</vt:lpstr>
      <vt:lpstr>Update Item:- </vt:lpstr>
      <vt:lpstr>Delete items :-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TODO APP</dc:title>
  <dc:creator>yahkoob pt</dc:creator>
  <cp:lastModifiedBy>yahkoob pt</cp:lastModifiedBy>
  <cp:revision>2</cp:revision>
  <dcterms:created xsi:type="dcterms:W3CDTF">2023-03-09T10:24:54Z</dcterms:created>
  <dcterms:modified xsi:type="dcterms:W3CDTF">2023-03-14T09:48:19Z</dcterms:modified>
</cp:coreProperties>
</file>